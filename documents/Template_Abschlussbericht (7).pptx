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0" r:id="rId1"/>
  </p:sldMasterIdLst>
  <p:notesMasterIdLst>
    <p:notesMasterId r:id="rId4"/>
  </p:notesMasterIdLst>
  <p:handoutMasterIdLst>
    <p:handoutMasterId r:id="rId5"/>
  </p:handout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7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6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8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6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36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1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53" userDrawn="1">
          <p15:clr>
            <a:srgbClr val="A4A3A4"/>
          </p15:clr>
        </p15:guide>
        <p15:guide id="2" pos="52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76"/>
    <p:restoredTop sz="94863"/>
  </p:normalViewPr>
  <p:slideViewPr>
    <p:cSldViewPr snapToGrid="0" snapToObjects="1">
      <p:cViewPr varScale="1">
        <p:scale>
          <a:sx n="116" d="100"/>
          <a:sy n="116" d="100"/>
        </p:scale>
        <p:origin x="1064" y="184"/>
      </p:cViewPr>
      <p:guideLst>
        <p:guide orient="horz" pos="1253"/>
        <p:guide pos="52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5" d="100"/>
          <a:sy n="75" d="100"/>
        </p:scale>
        <p:origin x="3160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0385E5BF-0A1B-F849-9F7B-7E0F2C09EF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2F75E8C-5A03-DB43-8411-2693B07001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E5517E6-1AC2-684E-A7DE-C471425A087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7F797C-C6EA-CC45-8A1C-B91D8DB9282D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60650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CDBCAC-5F00-47F0-BBE7-4862A47AF8BE}" type="datetimeFigureOut">
              <a:rPr lang="de-DE" smtClean="0"/>
              <a:t>05.10.25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99ADF2-3AF6-4B39-998B-734B61508636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74665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7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6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36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WI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 dirty="0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433576" y="3600001"/>
            <a:ext cx="7995224" cy="1125144"/>
          </a:xfrm>
        </p:spPr>
        <p:txBody>
          <a:bodyPr/>
          <a:lstStyle>
            <a:lvl1pPr>
              <a:defRPr sz="34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3431704" y="4770000"/>
            <a:ext cx="7997096" cy="1087508"/>
          </a:xfrm>
        </p:spPr>
        <p:txBody>
          <a:bodyPr/>
          <a:lstStyle>
            <a:lvl1pPr marL="0" indent="0" algn="l">
              <a:buNone/>
              <a:defRPr sz="2200">
                <a:solidFill>
                  <a:schemeClr val="accent2"/>
                </a:solidFill>
              </a:defRPr>
            </a:lvl1pPr>
            <a:lvl2pPr marL="4571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16" name="Textplatzhalter 15"/>
          <p:cNvSpPr>
            <a:spLocks noGrp="1"/>
          </p:cNvSpPr>
          <p:nvPr>
            <p:ph type="body" sz="quarter" idx="10" hasCustomPrompt="1"/>
          </p:nvPr>
        </p:nvSpPr>
        <p:spPr>
          <a:xfrm>
            <a:off x="1201887" y="6115703"/>
            <a:ext cx="4464049" cy="160512"/>
          </a:xfrm>
        </p:spPr>
        <p:txBody>
          <a:bodyPr/>
          <a:lstStyle>
            <a:lvl1pPr marL="0" indent="0" algn="l">
              <a:buNone/>
              <a:defRPr sz="1000" b="1" cap="all" baseline="0">
                <a:solidFill>
                  <a:schemeClr val="accent2"/>
                </a:solidFill>
              </a:defRPr>
            </a:lvl1pPr>
          </a:lstStyle>
          <a:p>
            <a:pPr algn="l"/>
            <a:r>
              <a:rPr lang="de-DE" b="0" cap="none" baseline="0" dirty="0">
                <a:solidFill>
                  <a:schemeClr val="accent2"/>
                </a:solidFill>
              </a:rPr>
              <a:t>Fakultät für </a:t>
            </a:r>
            <a:r>
              <a:rPr lang="de-DE" cap="none" baseline="0" dirty="0">
                <a:solidFill>
                  <a:schemeClr val="accent2"/>
                </a:solidFill>
              </a:rPr>
              <a:t>Wirtschaftswissenschaft</a:t>
            </a:r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11"/>
          </p:nvPr>
        </p:nvSpPr>
        <p:spPr>
          <a:xfrm>
            <a:off x="1201887" y="6292970"/>
            <a:ext cx="4464049" cy="39210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000"/>
            </a:lvl1pPr>
            <a:lvl2pPr marL="457631" indent="0">
              <a:buNone/>
              <a:defRPr/>
            </a:lvl2pPr>
            <a:lvl3pPr marL="914354" indent="0">
              <a:buNone/>
              <a:defRPr/>
            </a:lvl3pPr>
            <a:lvl4pPr marL="1371530" indent="0">
              <a:buNone/>
              <a:defRPr/>
            </a:lvl4pPr>
            <a:lvl5pPr marL="1828707" indent="0">
              <a:buNone/>
              <a:defRPr/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1428801" cy="3053056"/>
          </a:xfrm>
          <a:prstGeom prst="rect">
            <a:avLst/>
          </a:prstGeom>
        </p:spPr>
      </p:pic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00" y="1522800"/>
            <a:ext cx="2088000" cy="2088000"/>
          </a:xfrm>
          <a:prstGeom prst="rect">
            <a:avLst/>
          </a:prstGeom>
        </p:spPr>
      </p:pic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2000" y="6176734"/>
            <a:ext cx="2476800" cy="449922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56274B83-C876-A448-81C1-073333A318B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5742" y="6062229"/>
            <a:ext cx="672209" cy="678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72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WI_Inhalt_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715567" y="1260279"/>
            <a:ext cx="10808006" cy="648072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  <a:br>
              <a:rPr lang="de-DE" dirty="0"/>
            </a:br>
            <a:r>
              <a:rPr lang="de-DE" dirty="0"/>
              <a:t>Zweite Zeile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715567" y="2103139"/>
            <a:ext cx="10808006" cy="3933287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1200"/>
              </a:spcAft>
              <a:buFontTx/>
              <a:buNone/>
              <a:defRPr/>
            </a:lvl1pPr>
            <a:lvl2pPr marL="457631" indent="0">
              <a:spcBef>
                <a:spcPts val="0"/>
              </a:spcBef>
              <a:spcAft>
                <a:spcPts val="1200"/>
              </a:spcAft>
              <a:buFontTx/>
              <a:buNone/>
              <a:defRPr/>
            </a:lvl2pPr>
            <a:lvl3pPr marL="914354" indent="0">
              <a:spcBef>
                <a:spcPts val="0"/>
              </a:spcBef>
              <a:spcAft>
                <a:spcPts val="1200"/>
              </a:spcAft>
              <a:buFontTx/>
              <a:buNone/>
              <a:defRPr/>
            </a:lvl3pPr>
            <a:lvl4pPr marL="1371530" indent="0">
              <a:spcBef>
                <a:spcPts val="0"/>
              </a:spcBef>
              <a:spcAft>
                <a:spcPts val="1200"/>
              </a:spcAft>
              <a:buFontTx/>
              <a:buNone/>
              <a:defRPr/>
            </a:lvl4pPr>
            <a:lvl5pPr marL="1828707" indent="0">
              <a:spcBef>
                <a:spcPts val="0"/>
              </a:spcBef>
              <a:spcAft>
                <a:spcPts val="1200"/>
              </a:spcAft>
              <a:buFontTx/>
              <a:buNone/>
              <a:defRPr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532895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WI_Inhalt_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715567" y="1260279"/>
            <a:ext cx="10804432" cy="648072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  <a:br>
              <a:rPr lang="de-DE" dirty="0"/>
            </a:br>
            <a:r>
              <a:rPr lang="de-DE" dirty="0"/>
              <a:t>Zwei-Zeilen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715566" y="2103139"/>
            <a:ext cx="10804433" cy="393328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/>
            </a:lvl1pPr>
            <a:lvl2pPr>
              <a:spcBef>
                <a:spcPts val="0"/>
              </a:spcBef>
              <a:spcAft>
                <a:spcPts val="1200"/>
              </a:spcAft>
              <a:defRPr/>
            </a:lvl2pPr>
            <a:lvl3pPr>
              <a:spcBef>
                <a:spcPts val="0"/>
              </a:spcBef>
              <a:spcAft>
                <a:spcPts val="1200"/>
              </a:spcAft>
              <a:defRPr/>
            </a:lvl3pPr>
            <a:lvl4pPr>
              <a:spcBef>
                <a:spcPts val="0"/>
              </a:spcBef>
              <a:spcAft>
                <a:spcPts val="1200"/>
              </a:spcAft>
              <a:defRPr/>
            </a:lvl4pPr>
            <a:lvl5pPr>
              <a:spcBef>
                <a:spcPts val="0"/>
              </a:spcBef>
              <a:spcAft>
                <a:spcPts val="1200"/>
              </a:spcAft>
              <a:defRPr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504036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715567" y="1273687"/>
            <a:ext cx="10791566" cy="65828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Titelmasterformat durch Klicken bearbeiten</a:t>
            </a:r>
            <a:br>
              <a:rPr lang="de-DE" dirty="0"/>
            </a:br>
            <a:r>
              <a:rPr lang="de-DE" dirty="0"/>
              <a:t>Zweite Zeile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15567" y="2103139"/>
            <a:ext cx="10791566" cy="39332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cxnSp>
        <p:nvCxnSpPr>
          <p:cNvPr id="10" name="Gerade Verbindung 9"/>
          <p:cNvCxnSpPr/>
          <p:nvPr userDrawn="1"/>
        </p:nvCxnSpPr>
        <p:spPr>
          <a:xfrm>
            <a:off x="1296000" y="997834"/>
            <a:ext cx="10224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0"/>
          <p:cNvCxnSpPr/>
          <p:nvPr userDrawn="1"/>
        </p:nvCxnSpPr>
        <p:spPr>
          <a:xfrm>
            <a:off x="720000" y="6282000"/>
            <a:ext cx="10800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oliennummernplatzhalter 5"/>
          <p:cNvSpPr txBox="1">
            <a:spLocks/>
          </p:cNvSpPr>
          <p:nvPr userDrawn="1"/>
        </p:nvSpPr>
        <p:spPr>
          <a:xfrm>
            <a:off x="715567" y="6426003"/>
            <a:ext cx="431456" cy="24100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de-DE"/>
            </a:defPPr>
            <a:lvl1pPr marL="0" algn="l" defTabSz="914353" rtl="0" eaLnBrk="1" latinLnBrk="0" hangingPunct="1">
              <a:defRPr sz="9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77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3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0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6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3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0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36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3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000" dirty="0">
                <a:solidFill>
                  <a:schemeClr val="accent2"/>
                </a:solidFill>
              </a:rPr>
              <a:t>Folie</a:t>
            </a:r>
          </a:p>
        </p:txBody>
      </p:sp>
      <p:pic>
        <p:nvPicPr>
          <p:cNvPr id="20" name="Grafik 1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579276"/>
            <a:ext cx="2476800" cy="448838"/>
          </a:xfrm>
          <a:prstGeom prst="rect">
            <a:avLst/>
          </a:prstGeom>
        </p:spPr>
      </p:pic>
      <p:sp>
        <p:nvSpPr>
          <p:cNvPr id="12" name="Textplatzhalter 7"/>
          <p:cNvSpPr txBox="1">
            <a:spLocks/>
          </p:cNvSpPr>
          <p:nvPr userDrawn="1"/>
        </p:nvSpPr>
        <p:spPr>
          <a:xfrm>
            <a:off x="6945452" y="745911"/>
            <a:ext cx="4561681" cy="216322"/>
          </a:xfrm>
          <a:prstGeom prst="rect">
            <a:avLst/>
          </a:prstGeom>
        </p:spPr>
        <p:txBody>
          <a:bodyPr lIns="0" tIns="0" rIns="0" bIns="0"/>
          <a:lstStyle>
            <a:lvl1pPr marL="0" indent="0" algn="r" defTabSz="914353" rtl="0" eaLnBrk="1" latinLnBrk="0" hangingPunct="1">
              <a:spcBef>
                <a:spcPct val="20000"/>
              </a:spcBef>
              <a:buClr>
                <a:schemeClr val="accent2"/>
              </a:buClr>
              <a:buFont typeface="Symbol" panose="05050102010706020507" pitchFamily="18" charset="2"/>
              <a:buNone/>
              <a:defRPr sz="1000" b="1" kern="1200" cap="none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93143" indent="-235512" algn="l" defTabSz="914353" rtl="0" eaLnBrk="1" latinLnBrk="0" hangingPunct="1">
              <a:spcBef>
                <a:spcPct val="20000"/>
              </a:spcBef>
              <a:buClr>
                <a:schemeClr val="accent2"/>
              </a:buClr>
              <a:buFont typeface="Symbol" panose="05050102010706020507" pitchFamily="18" charset="2"/>
              <a:buChar char="-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8" algn="l" defTabSz="914353" rtl="0" eaLnBrk="1" latinLnBrk="0" hangingPunct="1">
              <a:spcBef>
                <a:spcPct val="20000"/>
              </a:spcBef>
              <a:buClr>
                <a:schemeClr val="accent2"/>
              </a:buClr>
              <a:buFont typeface="Symbol" panose="05050102010706020507" pitchFamily="18" charset="2"/>
              <a:buChar char="-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18" indent="-228588" algn="l" defTabSz="914353" rtl="0" eaLnBrk="1" latinLnBrk="0" hangingPunct="1">
              <a:spcBef>
                <a:spcPct val="20000"/>
              </a:spcBef>
              <a:buClr>
                <a:schemeClr val="accent2"/>
              </a:buClr>
              <a:buFont typeface="Symbol" panose="05050102010706020507" pitchFamily="18" charset="2"/>
              <a:buChar char="-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5" indent="-228588" algn="l" defTabSz="914353" rtl="0" eaLnBrk="1" latinLnBrk="0" hangingPunct="1">
              <a:spcBef>
                <a:spcPct val="20000"/>
              </a:spcBef>
              <a:buClr>
                <a:schemeClr val="accent2"/>
              </a:buClr>
              <a:buFont typeface="Symbol" panose="05050102010706020507" pitchFamily="18" charset="2"/>
              <a:buChar char="-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1" indent="-228588" algn="l" defTabSz="91435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48" indent="-228588" algn="l" defTabSz="91435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5" indent="-228588" algn="l" defTabSz="91435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1" indent="-228588" algn="l" defTabSz="91435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DE" b="0" dirty="0"/>
              <a:t>Fakultät für </a:t>
            </a:r>
            <a:r>
              <a:rPr lang="de-DE" dirty="0"/>
              <a:t>Wirtschaftswissenschaft</a:t>
            </a:r>
          </a:p>
        </p:txBody>
      </p:sp>
      <p:sp>
        <p:nvSpPr>
          <p:cNvPr id="17" name="Slide Number Placeholder 1">
            <a:extLst>
              <a:ext uri="{FF2B5EF4-FFF2-40B4-BE49-F238E27FC236}">
                <a16:creationId xmlns:a16="http://schemas.microsoft.com/office/drawing/2014/main" id="{3CA61A74-DEC1-634C-B654-FAC460C2E7C1}"/>
              </a:ext>
            </a:extLst>
          </p:cNvPr>
          <p:cNvSpPr txBox="1">
            <a:spLocks noGrp="1"/>
          </p:cNvSpPr>
          <p:nvPr userDrawn="1"/>
        </p:nvSpPr>
        <p:spPr bwMode="auto">
          <a:xfrm>
            <a:off x="3601072" y="6419563"/>
            <a:ext cx="7890576" cy="216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958850">
              <a:spcBef>
                <a:spcPct val="50000"/>
              </a:spcBef>
              <a:defRPr sz="13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58850">
              <a:spcBef>
                <a:spcPct val="50000"/>
              </a:spcBef>
              <a:defRPr sz="13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58850">
              <a:spcBef>
                <a:spcPct val="50000"/>
              </a:spcBef>
              <a:defRPr sz="13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58850">
              <a:spcBef>
                <a:spcPct val="50000"/>
              </a:spcBef>
              <a:defRPr sz="13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58850">
              <a:spcBef>
                <a:spcPct val="50000"/>
              </a:spcBef>
              <a:defRPr sz="13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58850" eaLnBrk="0" fontAlgn="base" hangingPunct="0">
              <a:spcBef>
                <a:spcPct val="5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58850" eaLnBrk="0" fontAlgn="base" hangingPunct="0">
              <a:spcBef>
                <a:spcPct val="5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58850" eaLnBrk="0" fontAlgn="base" hangingPunct="0">
              <a:spcBef>
                <a:spcPct val="5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58850" eaLnBrk="0" fontAlgn="base" hangingPunct="0">
              <a:spcBef>
                <a:spcPct val="5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algn="r"/>
            <a:r>
              <a:rPr lang="de-DE" sz="9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Name </a:t>
            </a:r>
            <a:r>
              <a:rPr lang="de-DE" sz="90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, Lehrstuhl für Betriebs­wirtschafts­lehre, insbe­son­dere Betriebliche Anwen­dungs­systeme</a:t>
            </a:r>
          </a:p>
          <a:p>
            <a:endParaRPr lang="de-DE" sz="1000" dirty="0"/>
          </a:p>
        </p:txBody>
      </p:sp>
      <p:sp>
        <p:nvSpPr>
          <p:cNvPr id="18" name="Slide Number Placeholder 1">
            <a:extLst>
              <a:ext uri="{FF2B5EF4-FFF2-40B4-BE49-F238E27FC236}">
                <a16:creationId xmlns:a16="http://schemas.microsoft.com/office/drawing/2014/main" id="{6FB03001-9332-1146-A331-8E68A36B8787}"/>
              </a:ext>
            </a:extLst>
          </p:cNvPr>
          <p:cNvSpPr txBox="1">
            <a:spLocks noGrp="1"/>
          </p:cNvSpPr>
          <p:nvPr userDrawn="1"/>
        </p:nvSpPr>
        <p:spPr bwMode="auto">
          <a:xfrm>
            <a:off x="1955905" y="6431559"/>
            <a:ext cx="1232515" cy="256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958850">
              <a:spcBef>
                <a:spcPct val="50000"/>
              </a:spcBef>
              <a:defRPr sz="13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58850">
              <a:spcBef>
                <a:spcPct val="50000"/>
              </a:spcBef>
              <a:defRPr sz="13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58850">
              <a:spcBef>
                <a:spcPct val="50000"/>
              </a:spcBef>
              <a:defRPr sz="13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58850">
              <a:spcBef>
                <a:spcPct val="50000"/>
              </a:spcBef>
              <a:defRPr sz="13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58850">
              <a:spcBef>
                <a:spcPct val="50000"/>
              </a:spcBef>
              <a:defRPr sz="13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58850" eaLnBrk="0" fontAlgn="base" hangingPunct="0">
              <a:spcBef>
                <a:spcPct val="5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58850" eaLnBrk="0" fontAlgn="base" hangingPunct="0">
              <a:spcBef>
                <a:spcPct val="5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58850" eaLnBrk="0" fontAlgn="base" hangingPunct="0">
              <a:spcBef>
                <a:spcPct val="5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58850" eaLnBrk="0" fontAlgn="base" hangingPunct="0">
              <a:spcBef>
                <a:spcPct val="5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algn="l" eaLnBrk="1" hangingPunct="1">
              <a:spcBef>
                <a:spcPct val="0"/>
              </a:spcBef>
            </a:pPr>
            <a:r>
              <a:rPr lang="de-DE" altLang="de-DE" sz="1000" dirty="0">
                <a:solidFill>
                  <a:schemeClr val="accent2"/>
                </a:solidFill>
                <a:latin typeface="+mn-lt"/>
              </a:rPr>
              <a:t>Datum</a:t>
            </a:r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70B2CCCC-FA3C-074A-A065-21CE9F9F700F}"/>
              </a:ext>
            </a:extLst>
          </p:cNvPr>
          <p:cNvSpPr txBox="1">
            <a:spLocks noGrp="1"/>
          </p:cNvSpPr>
          <p:nvPr userDrawn="1"/>
        </p:nvSpPr>
        <p:spPr bwMode="auto">
          <a:xfrm>
            <a:off x="1027343" y="6426003"/>
            <a:ext cx="432000" cy="241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958850">
              <a:spcBef>
                <a:spcPct val="50000"/>
              </a:spcBef>
              <a:defRPr sz="13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58850">
              <a:spcBef>
                <a:spcPct val="50000"/>
              </a:spcBef>
              <a:defRPr sz="13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58850">
              <a:spcBef>
                <a:spcPct val="50000"/>
              </a:spcBef>
              <a:defRPr sz="13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58850">
              <a:spcBef>
                <a:spcPct val="50000"/>
              </a:spcBef>
              <a:defRPr sz="13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58850">
              <a:spcBef>
                <a:spcPct val="50000"/>
              </a:spcBef>
              <a:defRPr sz="13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58850" eaLnBrk="0" fontAlgn="base" hangingPunct="0">
              <a:spcBef>
                <a:spcPct val="5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58850" eaLnBrk="0" fontAlgn="base" hangingPunct="0">
              <a:spcBef>
                <a:spcPct val="5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58850" eaLnBrk="0" fontAlgn="base" hangingPunct="0">
              <a:spcBef>
                <a:spcPct val="5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58850" eaLnBrk="0" fontAlgn="base" hangingPunct="0">
              <a:spcBef>
                <a:spcPct val="5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algn="l" eaLnBrk="1" hangingPunct="1">
              <a:spcBef>
                <a:spcPct val="0"/>
              </a:spcBef>
            </a:pPr>
            <a:fld id="{458527E0-C00C-4154-A0C9-CBD200C26423}" type="slidenum">
              <a:rPr lang="de-DE" altLang="de-DE" sz="1000">
                <a:solidFill>
                  <a:schemeClr val="accent2"/>
                </a:solidFill>
                <a:latin typeface="+mn-lt"/>
              </a:rPr>
              <a:pPr algn="l" eaLnBrk="1" hangingPunct="1">
                <a:spcBef>
                  <a:spcPct val="0"/>
                </a:spcBef>
              </a:pPr>
              <a:t>‹Nr.›</a:t>
            </a:fld>
            <a:endParaRPr lang="de-DE" altLang="de-DE" sz="1000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97C6AAA-5068-779A-DF91-E0A5057B7FCD}"/>
              </a:ext>
            </a:extLst>
          </p:cNvPr>
          <p:cNvSpPr txBox="1"/>
          <p:nvPr userDrawn="1"/>
        </p:nvSpPr>
        <p:spPr>
          <a:xfrm>
            <a:off x="700351" y="6312421"/>
            <a:ext cx="107760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kern="1200" dirty="0">
                <a:solidFill>
                  <a:schemeClr val="accent2"/>
                </a:solidFill>
                <a:highlight>
                  <a:srgbClr val="FFFF00"/>
                </a:highlight>
                <a:latin typeface="+mn-lt"/>
                <a:ea typeface="+mn-ea"/>
                <a:cs typeface="+mn-cs"/>
              </a:rPr>
              <a:t>Bearbeiten Sie diese Angaben entsprechend über den Folienmaster</a:t>
            </a:r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175485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353" rtl="0" eaLnBrk="1" latinLnBrk="0" hangingPunct="1">
        <a:spcBef>
          <a:spcPct val="0"/>
        </a:spcBef>
        <a:buNone/>
        <a:defRPr sz="22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50022" indent="-250022" algn="l" defTabSz="914353" rtl="0" eaLnBrk="1" latinLnBrk="0" hangingPunct="1">
        <a:spcBef>
          <a:spcPct val="20000"/>
        </a:spcBef>
        <a:buClr>
          <a:schemeClr val="accent2"/>
        </a:buClr>
        <a:buFont typeface="Symbol" panose="05050102010706020507" pitchFamily="18" charset="2"/>
        <a:buChar char="-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693143" indent="-235512" algn="l" defTabSz="914353" rtl="0" eaLnBrk="1" latinLnBrk="0" hangingPunct="1">
        <a:spcBef>
          <a:spcPct val="20000"/>
        </a:spcBef>
        <a:buClr>
          <a:schemeClr val="accent2"/>
        </a:buClr>
        <a:buFont typeface="Symbol" panose="05050102010706020507" pitchFamily="18" charset="2"/>
        <a:buChar char="-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8" algn="l" defTabSz="914353" rtl="0" eaLnBrk="1" latinLnBrk="0" hangingPunct="1">
        <a:spcBef>
          <a:spcPct val="20000"/>
        </a:spcBef>
        <a:buClr>
          <a:schemeClr val="accent2"/>
        </a:buClr>
        <a:buFont typeface="Symbol" panose="05050102010706020507" pitchFamily="18" charset="2"/>
        <a:buChar char="-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18" indent="-228588" algn="l" defTabSz="914353" rtl="0" eaLnBrk="1" latinLnBrk="0" hangingPunct="1">
        <a:spcBef>
          <a:spcPct val="20000"/>
        </a:spcBef>
        <a:buClr>
          <a:schemeClr val="accent2"/>
        </a:buClr>
        <a:buFont typeface="Symbol" panose="05050102010706020507" pitchFamily="18" charset="2"/>
        <a:buChar char="-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5" indent="-228588" algn="l" defTabSz="914353" rtl="0" eaLnBrk="1" latinLnBrk="0" hangingPunct="1">
        <a:spcBef>
          <a:spcPct val="20000"/>
        </a:spcBef>
        <a:buClr>
          <a:schemeClr val="accent2"/>
        </a:buClr>
        <a:buFont typeface="Symbol" panose="05050102010706020507" pitchFamily="18" charset="2"/>
        <a:buChar char="-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1" indent="-228588" algn="l" defTabSz="914353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48" indent="-228588" algn="l" defTabSz="914353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5" indent="-228588" algn="l" defTabSz="914353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1" indent="-228588" algn="l" defTabSz="914353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3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0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6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3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0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36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3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D1E081-1104-7926-D347-101622CBF8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Ihr Titel für den Bericht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4ECAC74-9F2C-8C42-6D47-8BF951EF0B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Name, Vorname, Matrikelnummer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237E046-7187-27AF-33F2-693D86851A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186ADDF-75CB-675B-1F59-B9E62FFEE3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Lehrstuhl für Betriebs­wirtschafts­lehre, insbe­son­dere Betriebliche Anwen­dungs­systeme</a:t>
            </a:r>
          </a:p>
        </p:txBody>
      </p:sp>
    </p:spTree>
    <p:extLst>
      <p:ext uri="{BB962C8B-B14F-4D97-AF65-F5344CB8AC3E}">
        <p14:creationId xmlns:p14="http://schemas.microsoft.com/office/powerpoint/2010/main" val="1283777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4BE450-86A8-A4B5-477F-94894CDC2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Ihr Bericht sollte beinhalten: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67B5694-5967-7984-4EB4-665F5BF34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Sie sollten dem Management eine Einführung in </a:t>
            </a:r>
            <a:r>
              <a:rPr lang="de-DE" b="1" u="sng" dirty="0"/>
              <a:t>das Analysevorgehen </a:t>
            </a:r>
            <a:r>
              <a:rPr lang="de-DE" dirty="0"/>
              <a:t>geben.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Wie könnten die gewonnenen Erkenntnisse dazu beitragen, Marketingstrategien zu entwickeln oder das Produktangebot zu optimieren?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Ihre Analyse und Auswertung sollten in einem klaren Bericht zusammengefasst werden, der die </a:t>
            </a:r>
            <a:r>
              <a:rPr lang="de-DE" b="1" u="sng" dirty="0"/>
              <a:t>Methode(</a:t>
            </a:r>
            <a:r>
              <a:rPr lang="de-DE" b="1" u="sng" dirty="0" err="1"/>
              <a:t>n</a:t>
            </a:r>
            <a:r>
              <a:rPr lang="de-DE" b="1" u="sng" dirty="0"/>
              <a:t>), das Vorgehen, die Ergebnisse und Empfehlungen </a:t>
            </a:r>
            <a:r>
              <a:rPr lang="de-DE" dirty="0"/>
              <a:t>für das Management umfasst und dokumentiert.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Ergänzen Sie den Bericht auch um Grafiken (bspw. wie im Tutorial gezeigt). Weitere, eigene geeignete Grafiken sind ebenfalls möglich.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Der Bericht sollte nicht länger als </a:t>
            </a:r>
            <a:r>
              <a:rPr lang="de-DE" b="1" u="sng" dirty="0"/>
              <a:t>5 Inhaltsseiten </a:t>
            </a:r>
            <a:r>
              <a:rPr lang="de-DE" dirty="0"/>
              <a:t>sein, das heißt das Deckblatt und Verzeichnisse werden nicht mitgezählt. Sie können für große Tabellen, weitere Analysen usw. auch „Back-Up-Folien“ erstellen und diese entsprechend kennzeichnen. Wichtig ist, dass die 5 Inhaltsfolien jedoch auch ohne diese Back-Up-Folien alle geforderten Aspekte und </a:t>
            </a:r>
            <a:r>
              <a:rPr lang="de-DE"/>
              <a:t>wesentlichen Ergebnisse enthält.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33512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IWI">
  <a:themeElements>
    <a:clrScheme name="FernUniversität">
      <a:dk1>
        <a:sysClr val="windowText" lastClr="000000"/>
      </a:dk1>
      <a:lt1>
        <a:sysClr val="window" lastClr="FFFFFF"/>
      </a:lt1>
      <a:dk2>
        <a:srgbClr val="004C97"/>
      </a:dk2>
      <a:lt2>
        <a:srgbClr val="CCDBEA"/>
      </a:lt2>
      <a:accent1>
        <a:srgbClr val="004C97"/>
      </a:accent1>
      <a:accent2>
        <a:srgbClr val="336600"/>
      </a:accent2>
      <a:accent3>
        <a:srgbClr val="C84F0E"/>
      </a:accent3>
      <a:accent4>
        <a:srgbClr val="993333"/>
      </a:accent4>
      <a:accent5>
        <a:srgbClr val="006666"/>
      </a:accent5>
      <a:accent6>
        <a:srgbClr val="B1B3B3"/>
      </a:accent6>
      <a:hlink>
        <a:srgbClr val="004C97"/>
      </a:hlink>
      <a:folHlink>
        <a:srgbClr val="800080"/>
      </a:folHlink>
    </a:clrScheme>
    <a:fontScheme name="FernUni">
      <a:majorFont>
        <a:latin typeface="Frutiger LT Com 45 Light"/>
        <a:ea typeface=""/>
        <a:cs typeface=""/>
      </a:majorFont>
      <a:minorFont>
        <a:latin typeface="Frutiger LT Com 45 Light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FernUni</Template>
  <TotalTime>0</TotalTime>
  <Words>178</Words>
  <Application>Microsoft Macintosh PowerPoint</Application>
  <PresentationFormat>Breitbild</PresentationFormat>
  <Paragraphs>9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7" baseType="lpstr">
      <vt:lpstr>Arial</vt:lpstr>
      <vt:lpstr>Calibri</vt:lpstr>
      <vt:lpstr>Frutiger LT Com 45 Light</vt:lpstr>
      <vt:lpstr>Symbol</vt:lpstr>
      <vt:lpstr>WIWI</vt:lpstr>
      <vt:lpstr>Ihr Titel für den Bericht</vt:lpstr>
      <vt:lpstr>Ihr Bericht sollte beinhalten:</vt:lpstr>
    </vt:vector>
  </TitlesOfParts>
  <Company>FernUniversität Hagen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Jessen, Malte</dc:creator>
  <cp:lastModifiedBy>Strunk, Jobin</cp:lastModifiedBy>
  <cp:revision>104</cp:revision>
  <dcterms:created xsi:type="dcterms:W3CDTF">2017-05-29T05:49:40Z</dcterms:created>
  <dcterms:modified xsi:type="dcterms:W3CDTF">2025-10-05T17:37:08Z</dcterms:modified>
</cp:coreProperties>
</file>